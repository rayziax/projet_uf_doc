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47119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2799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06631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1446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6261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270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635828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7768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343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5749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792060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50103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402339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14240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50052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1982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2FD1FF-A031-4593-A3E1-0F20AD24E468}" type="datetimeFigureOut">
              <a:rPr lang="fr-FR" smtClean="0"/>
              <a:t>26/02/2020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74F00AB-26C5-4838-82EA-3F3497FD93C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35310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A1ABC9-6801-40B6-B415-1BA530938C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9172" y="2328601"/>
            <a:ext cx="9144000" cy="1100399"/>
          </a:xfrm>
        </p:spPr>
        <p:txBody>
          <a:bodyPr>
            <a:normAutofit fontScale="90000"/>
          </a:bodyPr>
          <a:lstStyle/>
          <a:p>
            <a:br>
              <a:rPr lang="fr-FR" dirty="0"/>
            </a:br>
            <a:r>
              <a:rPr lang="fr-FR" dirty="0"/>
              <a:t> </a:t>
            </a:r>
            <a:r>
              <a:rPr lang="fr-FR" b="1" dirty="0"/>
              <a:t>STEPHI PLACE PROJECT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5E60E3C-6DCD-4B1A-935D-662C1DD234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18643" y="6030210"/>
            <a:ext cx="2173357" cy="827790"/>
          </a:xfrm>
        </p:spPr>
        <p:txBody>
          <a:bodyPr>
            <a:normAutofit fontScale="62500" lnSpcReduction="20000"/>
          </a:bodyPr>
          <a:lstStyle/>
          <a:p>
            <a:r>
              <a:rPr lang="fr-FR" dirty="0"/>
              <a:t>Fait par:</a:t>
            </a:r>
          </a:p>
          <a:p>
            <a:r>
              <a:rPr lang="fr-FR" dirty="0"/>
              <a:t>- DEGARAM Yoann</a:t>
            </a:r>
            <a:br>
              <a:rPr lang="fr-FR" dirty="0"/>
            </a:br>
            <a:r>
              <a:rPr lang="fr-FR" dirty="0"/>
              <a:t>-MAGNE Jeremy</a:t>
            </a:r>
            <a:br>
              <a:rPr lang="fr-FR" dirty="0"/>
            </a:br>
            <a:r>
              <a:rPr lang="fr-FR" dirty="0"/>
              <a:t>- BENSLIMANE Amine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F9B1FA0-2668-4684-A926-8CCDA49556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45430"/>
            <a:ext cx="1524000" cy="76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451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B22825-945D-4226-9391-ADF92EE8B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45EBCBF-1685-4AEA-9741-F9EAFF0DE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fr-FR" dirty="0"/>
              <a:t>Introduction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fr-FR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fr-FR" dirty="0"/>
              <a:t>Organisation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fr-FR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fr-FR" dirty="0"/>
              <a:t>Avancement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endParaRPr lang="fr-FR" dirty="0"/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lang="fr-FR" dirty="0"/>
              <a:t>Conclusion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0599073-E3D9-4161-B69E-6285AC465B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21" y="698913"/>
            <a:ext cx="1121934" cy="56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839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E011C2-979B-406C-8C51-49CAA22EC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INTRODUCTION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DE9181-D6C7-497A-831F-34D5E6F14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600"/>
              </a:spcBef>
              <a:spcAft>
                <a:spcPts val="4800"/>
              </a:spcAft>
            </a:pPr>
            <a:r>
              <a:rPr lang="fr-FR" dirty="0"/>
              <a:t>Général</a:t>
            </a:r>
          </a:p>
          <a:p>
            <a:pPr>
              <a:spcBef>
                <a:spcPts val="600"/>
              </a:spcBef>
              <a:spcAft>
                <a:spcPts val="4800"/>
              </a:spcAft>
            </a:pPr>
            <a:r>
              <a:rPr lang="fr-FR" dirty="0"/>
              <a:t>Infrastructure</a:t>
            </a:r>
          </a:p>
          <a:p>
            <a:pPr>
              <a:spcBef>
                <a:spcPts val="600"/>
              </a:spcBef>
              <a:spcAft>
                <a:spcPts val="4800"/>
              </a:spcAft>
            </a:pPr>
            <a:r>
              <a:rPr lang="fr-FR" dirty="0"/>
              <a:t>Site web</a:t>
            </a:r>
          </a:p>
          <a:p>
            <a:pPr>
              <a:spcBef>
                <a:spcPts val="600"/>
              </a:spcBef>
              <a:spcAft>
                <a:spcPts val="4800"/>
              </a:spcAft>
            </a:pPr>
            <a:r>
              <a:rPr lang="fr-FR" dirty="0"/>
              <a:t>application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E6C4BB2-ACB8-4ED5-AFF4-20249422DC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21" y="698913"/>
            <a:ext cx="1121934" cy="56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54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B568E2-6898-4F12-81C3-47A3B5584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GENERAL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2F547C-9514-4B7B-A14E-7CCA1F02C2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66B57CDF-8450-4717-98E2-594898D9F0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21" y="698913"/>
            <a:ext cx="1121934" cy="56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984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10D5A7-0B83-48EE-A2A5-EF16E6F3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INFRASTRUCTURE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B4B6E2-1AA2-44C2-A649-737E99338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3D341EB-CDC4-4CA1-96A7-E2FC82B70E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21" y="698913"/>
            <a:ext cx="1121934" cy="56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2715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C8F199-20EE-45DE-885C-C3D8CF57C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SITE WEB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19EC1B0-F341-4A5E-B400-8BD0E40477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EBC8E86-2238-456C-8811-CD06F0E1A4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21" y="698913"/>
            <a:ext cx="1121934" cy="56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563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01C9B4-B2DE-4FF8-9337-C9C2A5A1F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APPLICATION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8A9693-4195-489F-BE4E-E25A4EA98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51CFC71-555F-42E7-B2F3-C621210AE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21" y="698913"/>
            <a:ext cx="1121934" cy="56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5071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1BCF0A1-0845-4717-9A01-85E1750EC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AVANCEMENT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D7F8F6-8F66-4769-A95B-F0E530D59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Gestion de projet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Site web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Infrastructure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7F8FEB4F-4335-42DC-A381-434ED09C18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7572" y="3253177"/>
            <a:ext cx="1293412" cy="76923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3B12713B-C368-430A-ABB6-0985CA1DED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21" y="698913"/>
            <a:ext cx="1121934" cy="56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05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DBBF50-0AD8-466E-9B33-9DCEE61B0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ORGANISATION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6C267A3-E6DA-4E23-A5F9-3DE82C61F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400"/>
              </a:spcAft>
            </a:pPr>
            <a:r>
              <a:rPr lang="fr-FR" dirty="0"/>
              <a:t>DEGARAM Yoann</a:t>
            </a:r>
          </a:p>
          <a:p>
            <a:pPr>
              <a:spcAft>
                <a:spcPts val="2400"/>
              </a:spcAft>
            </a:pPr>
            <a:endParaRPr lang="fr-FR" dirty="0"/>
          </a:p>
          <a:p>
            <a:pPr>
              <a:spcAft>
                <a:spcPts val="2400"/>
              </a:spcAft>
            </a:pPr>
            <a:r>
              <a:rPr lang="fr-FR" dirty="0"/>
              <a:t>MAGNE Jeremy</a:t>
            </a:r>
          </a:p>
          <a:p>
            <a:pPr>
              <a:spcAft>
                <a:spcPts val="2400"/>
              </a:spcAft>
            </a:pPr>
            <a:endParaRPr lang="fr-FR" dirty="0"/>
          </a:p>
          <a:p>
            <a:pPr>
              <a:spcAft>
                <a:spcPts val="2400"/>
              </a:spcAft>
            </a:pPr>
            <a:r>
              <a:rPr lang="fr-FR" dirty="0"/>
              <a:t>BENSLIMAN Amine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DA2F29D-C31F-487D-98F4-511A692619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21" y="698913"/>
            <a:ext cx="1121934" cy="56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0715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091F2A-9116-423C-A21C-40E1BBAC3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CONCLUSION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B4BC56-03C7-4886-A5CA-78247FDE17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fr-FR" dirty="0"/>
          </a:p>
          <a:p>
            <a:endParaRPr lang="fr-FR" dirty="0"/>
          </a:p>
          <a:p>
            <a:r>
              <a:rPr lang="fr-FR" dirty="0"/>
              <a:t>Problèmes rencontrés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Ce qui reste a faire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4EDCEF7C-EAE4-4868-98C3-38024F1B7F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421" y="698913"/>
            <a:ext cx="1121934" cy="56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839037"/>
      </p:ext>
    </p:extLst>
  </p:cSld>
  <p:clrMapOvr>
    <a:masterClrMapping/>
  </p:clrMapOvr>
</p:sld>
</file>

<file path=ppt/theme/theme1.xml><?xml version="1.0" encoding="utf-8"?>
<a:theme xmlns:a="http://schemas.openxmlformats.org/drawingml/2006/main" name="Brin">
  <a:themeElements>
    <a:clrScheme name="Brin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Brin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rin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59</TotalTime>
  <Words>44</Words>
  <Application>Microsoft Office PowerPoint</Application>
  <PresentationFormat>Grand écran</PresentationFormat>
  <Paragraphs>41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Century Gothic</vt:lpstr>
      <vt:lpstr>Wingdings 3</vt:lpstr>
      <vt:lpstr>Brin</vt:lpstr>
      <vt:lpstr>  STEPHI PLACE PROJECT</vt:lpstr>
      <vt:lpstr>SOMMAIRE</vt:lpstr>
      <vt:lpstr>INTRODUCTION</vt:lpstr>
      <vt:lpstr>GENERAL</vt:lpstr>
      <vt:lpstr>INFRASTRUCTURE</vt:lpstr>
      <vt:lpstr>SITE WEB</vt:lpstr>
      <vt:lpstr>APPLICATION</vt:lpstr>
      <vt:lpstr>AVANCEMENT</vt:lpstr>
      <vt:lpstr>ORGANISATION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STEPHI PLACE PROJECT</dc:title>
  <dc:creator>jeremy magne</dc:creator>
  <cp:lastModifiedBy>jeremy magne</cp:lastModifiedBy>
  <cp:revision>7</cp:revision>
  <dcterms:created xsi:type="dcterms:W3CDTF">2020-02-26T16:18:15Z</dcterms:created>
  <dcterms:modified xsi:type="dcterms:W3CDTF">2020-02-26T17:18:10Z</dcterms:modified>
</cp:coreProperties>
</file>