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5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7119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2799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0663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144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626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27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358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7768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343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5749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9206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5010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0233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1424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50052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1982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FD1FF-A031-4593-A3E1-0F20AD24E468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74F00AB-26C5-4838-82EA-3F3497FD93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3531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A1ABC9-6801-40B6-B415-1BA530938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172" y="2328601"/>
            <a:ext cx="9144000" cy="1100399"/>
          </a:xfrm>
        </p:spPr>
        <p:txBody>
          <a:bodyPr>
            <a:normAutofit fontScale="90000"/>
          </a:bodyPr>
          <a:lstStyle/>
          <a:p>
            <a:br>
              <a:rPr lang="fr-FR" dirty="0"/>
            </a:br>
            <a:r>
              <a:rPr lang="fr-FR" dirty="0"/>
              <a:t> </a:t>
            </a:r>
            <a:r>
              <a:rPr lang="fr-FR" b="1" dirty="0"/>
              <a:t>STEPHI PLACE PROJECT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5E60E3C-6DCD-4B1A-935D-662C1DD23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18643" y="6030210"/>
            <a:ext cx="2173357" cy="827790"/>
          </a:xfrm>
        </p:spPr>
        <p:txBody>
          <a:bodyPr>
            <a:normAutofit fontScale="62500" lnSpcReduction="20000"/>
          </a:bodyPr>
          <a:lstStyle/>
          <a:p>
            <a:r>
              <a:rPr lang="fr-FR" dirty="0"/>
              <a:t>Fait par:</a:t>
            </a:r>
          </a:p>
          <a:p>
            <a:r>
              <a:rPr lang="fr-FR" dirty="0"/>
              <a:t>- DEGARAM Yoann</a:t>
            </a:r>
            <a:br>
              <a:rPr lang="fr-FR" dirty="0"/>
            </a:br>
            <a:r>
              <a:rPr lang="fr-FR" dirty="0"/>
              <a:t>-MAGNE Jeremy</a:t>
            </a:r>
            <a:br>
              <a:rPr lang="fr-FR" dirty="0"/>
            </a:br>
            <a:r>
              <a:rPr lang="fr-FR" dirty="0"/>
              <a:t>- BENSLIMANE Amine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F9B1FA0-2668-4684-A926-8CCDA4955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45430"/>
            <a:ext cx="1524000" cy="76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45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B22825-945D-4226-9391-ADF92EE8B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5EBCBF-1685-4AEA-9741-F9EAFF0DE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dirty="0"/>
              <a:t>Le projet en bref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fr-FR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dirty="0"/>
              <a:t>Avancement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fr-FR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dirty="0"/>
              <a:t>Les futurs objectifs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fr-FR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599073-E3D9-4161-B69E-6285AC465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21" y="698913"/>
            <a:ext cx="1121934" cy="56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83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5B51F-234C-4F08-BB60-43B7FF242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Le projet en bref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7BD65B-4AC7-469A-AD6B-F38906C06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4 projets en 1</a:t>
            </a:r>
          </a:p>
          <a:p>
            <a:endParaRPr lang="fr-FR" dirty="0"/>
          </a:p>
          <a:p>
            <a:r>
              <a:rPr lang="fr-FR" dirty="0"/>
              <a:t>Infra</a:t>
            </a:r>
          </a:p>
          <a:p>
            <a:endParaRPr lang="fr-FR" dirty="0"/>
          </a:p>
          <a:p>
            <a:r>
              <a:rPr lang="fr-FR" dirty="0"/>
              <a:t>Web</a:t>
            </a:r>
          </a:p>
          <a:p>
            <a:endParaRPr lang="fr-FR" dirty="0"/>
          </a:p>
          <a:p>
            <a:r>
              <a:rPr lang="fr-FR" dirty="0"/>
              <a:t>Logiciel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6F7BE9D-B3A9-4BEB-86A8-4FF3C8CEB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21" y="698913"/>
            <a:ext cx="1121934" cy="56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15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BCF0A1-0845-4717-9A01-85E1750EC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624110"/>
            <a:ext cx="8069482" cy="1280890"/>
          </a:xfrm>
        </p:spPr>
        <p:txBody>
          <a:bodyPr/>
          <a:lstStyle/>
          <a:p>
            <a:pPr algn="ctr"/>
            <a:r>
              <a:rPr lang="fr-FR" dirty="0"/>
              <a:t>AVANCEMENT</a:t>
            </a:r>
          </a:p>
        </p:txBody>
      </p:sp>
      <p:pic>
        <p:nvPicPr>
          <p:cNvPr id="5" name="Espace réservé du contenu 4" descr="Une image contenant carte, texte&#10;&#10;Description générée automatiquement">
            <a:extLst>
              <a:ext uri="{FF2B5EF4-FFF2-40B4-BE49-F238E27FC236}">
                <a16:creationId xmlns:a16="http://schemas.microsoft.com/office/drawing/2014/main" id="{069180AD-98D3-4750-BA8D-CD02BA47B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705" y="1396481"/>
            <a:ext cx="4633654" cy="2646216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B12713B-C368-430A-ABB6-0985CA1DED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21" y="698913"/>
            <a:ext cx="1121934" cy="565642"/>
          </a:xfrm>
          <a:prstGeom prst="rect">
            <a:avLst/>
          </a:prstGeom>
        </p:spPr>
      </p:pic>
      <p:pic>
        <p:nvPicPr>
          <p:cNvPr id="9" name="Image 8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75173BC4-2BB3-4460-9FB8-8ABA2DF987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958" y="1396481"/>
            <a:ext cx="4633654" cy="2646216"/>
          </a:xfrm>
          <a:prstGeom prst="rect">
            <a:avLst/>
          </a:prstGeom>
        </p:spPr>
      </p:pic>
      <p:pic>
        <p:nvPicPr>
          <p:cNvPr id="11" name="Image 10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31CE3880-881F-4216-A5F4-AAA921B376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522" y="4633265"/>
            <a:ext cx="5772956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5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B568E2-6898-4F12-81C3-47A3B5584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Les futurs objectifs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2F547C-9514-4B7B-A14E-7CCA1F02C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Mise en place de l’infra</a:t>
            </a:r>
          </a:p>
          <a:p>
            <a:endParaRPr lang="fr-FR" dirty="0"/>
          </a:p>
          <a:p>
            <a:r>
              <a:rPr lang="fr-FR" dirty="0"/>
              <a:t>Création de la Data Base</a:t>
            </a:r>
          </a:p>
          <a:p>
            <a:endParaRPr lang="fr-FR" dirty="0"/>
          </a:p>
          <a:p>
            <a:r>
              <a:rPr lang="fr-FR" dirty="0"/>
              <a:t>Réalisation du site</a:t>
            </a:r>
          </a:p>
          <a:p>
            <a:endParaRPr lang="fr-FR" dirty="0"/>
          </a:p>
          <a:p>
            <a:r>
              <a:rPr lang="fr-FR" dirty="0"/>
              <a:t>Développement de l’application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6B57CDF-8450-4717-98E2-594898D9F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21" y="698913"/>
            <a:ext cx="1121934" cy="56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84056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70</TotalTime>
  <Words>59</Words>
  <Application>Microsoft Office PowerPoint</Application>
  <PresentationFormat>Grand écran</PresentationFormat>
  <Paragraphs>26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Brin</vt:lpstr>
      <vt:lpstr>  STEPHI PLACE PROJECT</vt:lpstr>
      <vt:lpstr>SOMMAIRE</vt:lpstr>
      <vt:lpstr>Le projet en bref</vt:lpstr>
      <vt:lpstr>AVANCEMENT</vt:lpstr>
      <vt:lpstr>Les futurs objectifs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STEPHI PLACE PROJECT</dc:title>
  <dc:creator>jeremy magne</dc:creator>
  <cp:lastModifiedBy>Yoann De Garam</cp:lastModifiedBy>
  <cp:revision>9</cp:revision>
  <dcterms:created xsi:type="dcterms:W3CDTF">2020-02-26T16:18:15Z</dcterms:created>
  <dcterms:modified xsi:type="dcterms:W3CDTF">2020-03-02T16:23:20Z</dcterms:modified>
</cp:coreProperties>
</file>